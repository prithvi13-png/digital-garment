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i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822960"/>
            <a:ext cx="5577840" cy="53949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55778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End-to-End Project Report</a:t>
            </a:r>
          </a:p>
          <a:p>
            <a:pPr>
              <a:spcBef>
                <a:spcPts val="1600"/>
              </a:spcBef>
              <a:defRPr sz="2000">
                <a:solidFill>
                  <a:srgbClr val="94A3B8"/>
                </a:solidFill>
              </a:defRPr>
            </a:pPr>
            <a:r>
              <a:t>Digital Factory Management System</a:t>
            </a:r>
            <a:br/>
            <a:r>
              <a:t>Client Handover Deck | April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Unified ERP + CRM platform for factory operations and revenue execution.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Production-grade architecture with role-based controls and auditability.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Premium UX with dark/light themes, fast workflows, and reusable Kanban 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Delivery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2563EB"/>
                </a:solidFill>
              </a:defRPr>
            </a:pPr>
            <a:r>
              <a:t>ERP Core (Delivered)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3035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Auth, users, buyers, lines, orders, production entries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Inventory, quality, workforce, planning, reports hub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CSV export-ready analytics and dashboard visibility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2563EB"/>
                </a:solidFill>
              </a:defRPr>
            </a:pPr>
            <a:r>
              <a:t>CRM + Kanban (Delivered)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48840"/>
            <a:ext cx="53035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CRM dashboard, leads, accounts, contacts, opportunities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Activities, tasks, notes, quotations, timeline, reminders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Reusable Kanban engine with generic board + move APIs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System Architecture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63040"/>
            <a:ext cx="1024128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6080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75569"/>
                </a:solidFill>
              </a:defRPr>
            </a:pPr>
            <a:r>
              <a:t>Frontend (Next.js) + Backend (Django/DRF) + Managed PostgreSQL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2563EB"/>
                </a:solidFill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3035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Next.js 16, React 19, TypeScript, Tailwind CSS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TanStack Query, React Hook Form + Zod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dnd-kit for reusable Kanban interactions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2563EB"/>
                </a:solidFill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48840"/>
            <a:ext cx="53035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Django 5, DRF, django-filter, SimpleJWT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PostgreSQL with Render deployment model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Gunicorn + WhiteNoise production server setup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Security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JWT authentication with access + refresh token model.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Role-based permissions enforced at API layer and UI action layer.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Assignment history, stage transition history, and audit event tracking.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CORS/CSRF/host controls configured for production domains.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Delivered Capability Coverage</a:t>
            </a:r>
          </a:p>
        </p:txBody>
      </p:sp>
      <p:pic>
        <p:nvPicPr>
          <p:cNvPr id="6" name="Picture 5" descr="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63040"/>
            <a:ext cx="1024128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6080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75569"/>
                </a:solidFill>
              </a:defRPr>
            </a:pPr>
            <a:r>
              <a:t>Feature groups delivered across ERP, CRM, Kanban, analytics, and controls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CRM Functional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Lead lifecycle: create, assign, status flow, conversion to account/contact/opportunity.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Account and contact management with owner, tags, and customer context.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Opportunity execution with pipelines, stages, probability, and win/loss outcomes.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Activities, tasks, notes, quotations, and timeline in one workflow.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Reusable Kanban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Generic board architecture by module key (lead/opportunity/task supported).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Configurable stages, filtered cards, summaries, and drag-drop stage movement.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Backend transition validation, audit capture, and stage history persistence.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Extensible foundation for orders, support tickets, approvals, and procurement.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Premium UI Snapshot</a:t>
            </a:r>
          </a:p>
        </p:txBody>
      </p:sp>
      <p:pic>
        <p:nvPicPr>
          <p:cNvPr id="6" name="Picture 5" descr="ui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63040"/>
            <a:ext cx="1024128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6080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75569"/>
                </a:solidFill>
              </a:defRPr>
            </a:pPr>
            <a:r>
              <a:t>Premium login and dashboard UX direction with dark-theme-first experience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API Coverage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Full CRM CRUD endpoints for leads/accounts/contacts/opportunities/activities/tasks/notes/quotations.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Workflow endpoints: convert, kanban board fetch, kanban move, bulk actions, assignment, timeline.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Analytics endpoints: CRM dashboard summary + filter metadata.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ERP APIs retained and integrated without breaking existing operational modules.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Seeded CRM Data Snapshot</a:t>
            </a:r>
          </a:p>
        </p:txBody>
      </p:sp>
      <p:pic>
        <p:nvPicPr>
          <p:cNvPr id="6" name="Picture 5" descr="seed_snap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63040"/>
            <a:ext cx="1024128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6080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75569"/>
                </a:solidFill>
              </a:defRPr>
            </a:pPr>
            <a:r>
              <a:t>Demo-ready data loaded for immediate walkthrough and training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Quality Validation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Backend system checks pass.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CRM API tests pass (`apps.crm.tests.test_api`).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Frontend lint and production build pass.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Hydration mismatch mitigated by root layout hardening and theme alignment.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Roadmap</a:t>
            </a:r>
          </a:p>
        </p:txBody>
      </p:sp>
      <p:pic>
        <p:nvPicPr>
          <p:cNvPr id="6" name="Picture 5" descr="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63040"/>
            <a:ext cx="1024128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6080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75569"/>
                </a:solidFill>
              </a:defRPr>
            </a:pPr>
            <a:r>
              <a:t>Phased expansion plan: automation, integrations, advanced analytics, and mobile workflows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Go-Live Runbook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Monitor `/api/v1/health/` and auth success/failure rates.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Validate CORS/CSRF env values with live frontend domain.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Track CRM overdue follow-ups and pipeline movement as adoption KPI.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Run backup/restore checks and release rollback readiness.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The platform now operates as a unified factory + revenue business OS.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Current release is production-ready with modular scalability for future phases.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All deliverables, code, tests, seed data, and client docs are complete.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