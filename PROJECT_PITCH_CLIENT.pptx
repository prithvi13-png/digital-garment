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22960"/>
            <a:ext cx="5577840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577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Digital Factory Management System</a:t>
            </a:r>
          </a:p>
          <a:p>
            <a:pPr>
              <a:spcBef>
                <a:spcPts val="1600"/>
              </a:spcBef>
              <a:defRPr sz="2000">
                <a:solidFill>
                  <a:srgbClr val="94A3B8"/>
                </a:solidFill>
              </a:defRPr>
            </a:pPr>
            <a:r>
              <a:t>Client Pitch Deck</a:t>
            </a:r>
            <a:br/>
            <a:r>
              <a:t>ERP + CRM + Reusable Kanban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Most factories operate on disconnected tools across production, inventory, quality, and sales.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Leadership lacks one live control plane for operations + revenue execution.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Result: delayed decisions, missed follow-ups, and weak forecasting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Unified ERP + CRM platform with premium execution UX.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Factory operations and sales pipeline connected in one data model.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Reusable Kanban workflow engine for current and future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Why This Product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Operational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Single platform reduces data duplication and coordination overhead.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Reusable board architecture scales to orders, support, approvals, procurement.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Fast adoption via premium interface and role-aware navigation.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Strategic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Production-ready backend and API architecture.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Audit and permission controls for enterprise governance.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</a:defRPr>
            </a:pPr>
            <a:r>
              <a:t>Roadmap-ready foundation for automation and integrations.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Product Experience</a:t>
            </a:r>
          </a:p>
        </p:txBody>
      </p:sp>
      <p:pic>
        <p:nvPicPr>
          <p:cNvPr id="6" name="Picture 5" descr="ui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Premium UI built for executive demos and everyday operator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Capability Depth</a:t>
            </a:r>
          </a:p>
        </p:txBody>
      </p:sp>
      <p:pic>
        <p:nvPicPr>
          <p:cNvPr id="6" name="Picture 5" descr="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Broad module coverage across operations, CRM, analytics, and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Client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Faster lead-to-order execution and better follow-up discipline.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Higher production visibility and improved planning confidence.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Stronger accountability through assignment and timeline/audit trails.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Better leadership decisions through live KPIs and operational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ROI Projection Narrative</a:t>
            </a:r>
          </a:p>
        </p:txBody>
      </p:sp>
      <p:pic>
        <p:nvPicPr>
          <p:cNvPr id="6" name="Picture 5" descr="roi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Expected improvements after unified platform rollout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Demo Story (5-Minute Pitch)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1) Dashboard snapshot of operations health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2) Order/production/inventory/quality quick walkthrough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3) CRM pipeline board + stage movement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4) Quotation + timeline + customer context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5) Close with ROI and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Implementation Roadmap</a:t>
            </a:r>
          </a:p>
        </p:txBody>
      </p:sp>
      <p:pic>
        <p:nvPicPr>
          <p:cNvPr id="6" name="Picture 5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2412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Phased rollout strategy for predictable value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Commercial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Position as strategic platform investment, not a point solution.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Show immediate operational value and long-term extensibility.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Support/SLA + phase-2 automation roadmap strengthens deal confidence.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"/>
            <a:ext cx="432637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731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Digital Factory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Final Pitch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Digital Factory Management System is ready for production use today.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It unifies operations and revenue workflows with premium enterprise UX.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The architecture is built to scale as your process digitization expands.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